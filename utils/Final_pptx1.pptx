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Tomorrow" panose="020B0604020202020204" charset="0"/>
      <p:regular r:id="rId13"/>
    </p:embeddedFont>
    <p:embeddedFont>
      <p:font typeface="Tomorrow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09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565" y="723900"/>
            <a:ext cx="7651671" cy="399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50"/>
              </a:lnSpc>
              <a:buNone/>
            </a:pPr>
            <a:r>
              <a:rPr lang="en-US" sz="8350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Intelligent 3D Concrete Printing</a:t>
            </a:r>
            <a:endParaRPr lang="en-US" sz="8350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32565" y="5041344"/>
            <a:ext cx="7651671" cy="1598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Layer Deformation Monitoring and Shrinkage Prediction Using Machine Learning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232565" y="6959917"/>
            <a:ext cx="7651671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research initiative by Jeetu Kumar, Sagar Hiremath, and Dr. Sowmya Kamath S from the Department of Information Technology, National Institute of Technology Karnataka, Surathkal</a:t>
            </a:r>
            <a:endParaRPr lang="en-US" sz="13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99B6C-244C-9117-8B0A-6C823E1FCC55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12459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The Challenge: Transforming Construction</a:t>
            </a:r>
            <a:endParaRPr lang="en-US" sz="4450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3442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Traditional Construction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Time-consuming and labour-intensive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Heavy reliance on formwork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Limited architectural freedom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material waste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77709"/>
            <a:ext cx="4312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3D Concrete Printing Potential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50–60% cost reduction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Eliminates formwork requirements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Complex geometries enabled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Minimised material waste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88E67-F01D-3BB7-81E9-AF27C7E7AAB5}"/>
              </a:ext>
            </a:extLst>
          </p:cNvPr>
          <p:cNvSpPr/>
          <p:nvPr/>
        </p:nvSpPr>
        <p:spPr>
          <a:xfrm>
            <a:off x="12823902" y="7627434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2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911" y="487799"/>
            <a:ext cx="6676549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What is 3D Concrete Printing?</a:t>
            </a:r>
            <a:endParaRPr lang="en-US" sz="3450" b="1" dirty="0">
              <a:latin typeface="Tomorrow" panose="020B06040202020202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20911" y="1308259"/>
            <a:ext cx="7902178" cy="851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 additive manufacturing process that fabricates concrete structures layer-by-layer through controlled extrusion of specially formulated cementitious material, eliminating formwork and enabling unprecedented design freedom.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0911" y="2359343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620911" y="2637949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4"/>
          <p:cNvSpPr/>
          <p:nvPr/>
        </p:nvSpPr>
        <p:spPr>
          <a:xfrm>
            <a:off x="620911" y="2772370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Digital Model</a:t>
            </a:r>
            <a:endParaRPr lang="en-US" sz="1700" b="1" dirty="0">
              <a:latin typeface="Tomorrow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0911" y="3155990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Design specifications converted to machine instructions.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20911" y="3750231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0911" y="4028837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8"/>
          <p:cNvSpPr/>
          <p:nvPr/>
        </p:nvSpPr>
        <p:spPr>
          <a:xfrm>
            <a:off x="620911" y="4163258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Material Extrusion</a:t>
            </a:r>
            <a:endParaRPr lang="en-US" sz="1700" b="1" dirty="0">
              <a:latin typeface="Tomorrow" panose="020B06040202020202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20911" y="4546878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Cementitious material deposited layer-by-layer through nozzle.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0911" y="5141119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0911" y="5419725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2"/>
          <p:cNvSpPr/>
          <p:nvPr/>
        </p:nvSpPr>
        <p:spPr>
          <a:xfrm>
            <a:off x="620911" y="5554147"/>
            <a:ext cx="2759035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Automated Construction</a:t>
            </a:r>
            <a:endParaRPr lang="en-US" sz="1700" b="1" dirty="0">
              <a:latin typeface="Tomorrow" panose="020B06040202020202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20911" y="5937766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Robotic systems build complex structures without formwork.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0911" y="6532007"/>
            <a:ext cx="177403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0911" y="6810613"/>
            <a:ext cx="7902178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Text 16"/>
          <p:cNvSpPr/>
          <p:nvPr/>
        </p:nvSpPr>
        <p:spPr>
          <a:xfrm>
            <a:off x="620911" y="6945035"/>
            <a:ext cx="221765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Quality Finishing</a:t>
            </a:r>
            <a:endParaRPr lang="en-US" sz="1700" b="1" dirty="0">
              <a:latin typeface="Tomorrow" panose="020B06040202020202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20911" y="7328654"/>
            <a:ext cx="7902178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trowels smooth surfaces for paint-ready finish.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E73416-D699-AB14-2999-E1A02A719E52}"/>
              </a:ext>
            </a:extLst>
          </p:cNvPr>
          <p:cNvSpPr/>
          <p:nvPr/>
        </p:nvSpPr>
        <p:spPr>
          <a:xfrm>
            <a:off x="9065941" y="0"/>
            <a:ext cx="5564459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887" y="731701"/>
            <a:ext cx="5058625" cy="673887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1962"/>
            <a:ext cx="7710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Critical Challenges in 3DCP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4351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Layer Stability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415861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Maximum printable layers before lower layers deform under weight of subsequent layers.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Process Control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4256" y="415861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Precise calibration of nozzle diameter, extrusion pressure, print speed, and layer height required.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10903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5" y="36681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Durability Issues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97427" y="415861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Shrinkage and crack formation threaten long-term structural integrity and interlayer bonding.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408B9C-BC07-2F7B-620F-AB9FE5A59D93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752"/>
            <a:ext cx="5868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Research Objectives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18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21223"/>
            <a:ext cx="3797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1. Maximum Layer Stability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157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Determine the maximum number of layers printable before lower-layer deformation exceeds acceptable limits.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8779"/>
            <a:ext cx="32806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2. Real-time ML Control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2132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Develop machine learning system to detect local deformations and dynamically adjust print speed.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16335"/>
            <a:ext cx="4786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3. Shrinkage and Crack Prediction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610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  Predict shrinkage and crack formation using process, material, and environmental data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95DD0-93F8-7E70-BF69-46CFC818E853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052"/>
            <a:ext cx="120301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Data Foundation: Input Features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94992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052286"/>
            <a:ext cx="3062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Material Composition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354270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Cement, water, silica fume, fly ash, aggregates, fibres, and admixtures (kg/m³).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794992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052286"/>
            <a:ext cx="2881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Process Parameters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5842" y="354270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Print speed, nozzle area, layer height, interlayer time, extrusion pressure.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09912"/>
            <a:ext cx="37589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Environmental Conditions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084" y="5500330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Ambient temperature and relative humidity affecting setting time and drying shrinkage.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09912"/>
            <a:ext cx="3248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Rheological Properties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842" y="550033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Yield stress, plastic viscosity, buildability index, and deformation rate indicators.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B8B82-8930-DACA-58CB-6802AB3D9B5B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10688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Predictive Outputs: What We Measure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9565" y="3471982"/>
            <a:ext cx="3224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Compressive Strength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084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Load-bearing capacity (MPa)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Flexural Strength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4256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Bending resistance (MPa)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14688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5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Tensile Strength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97427" y="396240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Interlayer bonding quality (MPa)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4351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Layer Deformation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084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Vertical settlement (mm)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523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Shrinkage Strain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74256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Dimensional instability (%)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4809411"/>
            <a:ext cx="4196358" cy="1367909"/>
          </a:xfrm>
          <a:prstGeom prst="roundRect">
            <a:avLst>
              <a:gd name="adj" fmla="val 2487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20695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Crack Propagation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97427" y="555712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Width and rate (mm/s)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54BA29-7169-040A-9EC7-2BF6079E5EAD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509" y="508040"/>
            <a:ext cx="6575346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Machine Learning Approach</a:t>
            </a:r>
            <a:endParaRPr lang="en-US" sz="360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6509" y="1454706"/>
            <a:ext cx="13337381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Leveraging advanced ML algorithms including SVM, XGBoost, random forests, and neural networks to model complex non-linear relationships between material composition, process parameters, and structural performance.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09" y="2461498"/>
            <a:ext cx="4488894" cy="44888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10212" y="2438400"/>
            <a:ext cx="230921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Predictive Models</a:t>
            </a:r>
            <a:endParaRPr lang="en-US" sz="1800" b="1" dirty="0">
              <a:latin typeface="Tomorrow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10212" y="2911792"/>
            <a:ext cx="6581180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SVM, XGBoost, ensemble methods for deformation and shrinkage prediction.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10212" y="3669268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34886" y="4149566"/>
            <a:ext cx="247995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Real-time Monitoring</a:t>
            </a:r>
            <a:endParaRPr lang="en-US" sz="1800" b="1" dirty="0">
              <a:latin typeface="Tomorrow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10212" y="4622959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Adaptive control adjusting print speed based on detected deformations.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10212" y="5084802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10212" y="5565100"/>
            <a:ext cx="276094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Performance Validation</a:t>
            </a:r>
            <a:endParaRPr lang="en-US" sz="1800" b="1" dirty="0">
              <a:latin typeface="Tomorrow" panose="020B0604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10212" y="6038493"/>
            <a:ext cx="658118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correlation coefficients demonstrating model reliability and accuracy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509" y="7435215"/>
            <a:ext cx="2309217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D3D82-DD78-4F6E-6892-CC7FB7FEB0D5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794"/>
            <a:ext cx="91963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Project Deliverables and Impact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19122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2070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Curated Datasets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3951" y="256115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Comprehensive layer deformation, material properties, and environmental condition records from NITK 3DCP Laboratory.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86107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740587"/>
            <a:ext cx="3041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Predictive ML Models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3951" y="4231005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Validated models for layer deformation and shrinkage/crack initiation prediction.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6802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1133951" y="5047536"/>
            <a:ext cx="3642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Decision Support System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33951" y="553795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Analysis and visualizations guiding optimal printing parameters and mix design decisions.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47497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951" y="6354485"/>
            <a:ext cx="35313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Industry Transformation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951" y="684490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Enhanced reliability, structural performance, and efficiency enabling wider 3DCP adoption in modern construction.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4AEA3-D41D-FBFD-519F-C22609A4C2A8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DE7C9E-176A-11D0-4CA3-D73D806F384C}"/>
              </a:ext>
            </a:extLst>
          </p:cNvPr>
          <p:cNvSpPr/>
          <p:nvPr/>
        </p:nvSpPr>
        <p:spPr>
          <a:xfrm>
            <a:off x="12823902" y="7605132"/>
            <a:ext cx="1806498" cy="54578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ACC3B-5E5C-18B0-8B2A-00E6466E601C}"/>
              </a:ext>
            </a:extLst>
          </p:cNvPr>
          <p:cNvSpPr txBox="1"/>
          <p:nvPr/>
        </p:nvSpPr>
        <p:spPr>
          <a:xfrm>
            <a:off x="3512916" y="2633240"/>
            <a:ext cx="76045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omorrow" panose="020B0604020202020204" charset="0"/>
              </a:rPr>
              <a:t>Thank you</a:t>
            </a:r>
            <a:endParaRPr lang="en-IN" sz="6600" b="1" dirty="0">
              <a:latin typeface="Tomorrow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970384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544</Words>
  <Application>Microsoft Office PowerPoint</Application>
  <PresentationFormat>Custom</PresentationFormat>
  <Paragraphs>91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Tomorrow Light</vt:lpstr>
      <vt:lpstr>Arial</vt:lpstr>
      <vt:lpstr>Tomorrow Semi Bold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Jeetu Modi</dc:creator>
  <cp:lastModifiedBy>Jeetu Modi</cp:lastModifiedBy>
  <cp:revision>5</cp:revision>
  <dcterms:created xsi:type="dcterms:W3CDTF">2025-10-27T18:20:47Z</dcterms:created>
  <dcterms:modified xsi:type="dcterms:W3CDTF">2025-11-05T17:43:21Z</dcterms:modified>
</cp:coreProperties>
</file>